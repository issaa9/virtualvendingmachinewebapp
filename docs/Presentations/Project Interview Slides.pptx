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5B0D-F7DF-B03F-7B8A-03760B6ED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ABB58-0B19-23BB-182B-C2259F86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27B4-8B06-9E95-132F-1409C9DF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E0D9E-3B7E-56B9-4965-6B951313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80A75-FA72-A43E-FB52-D71B3458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94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1648-FBD4-4FA2-576D-A4F5F3EB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26C98-4977-4CEC-9B49-A5C60857D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D3BE0-BC1E-7C2D-F744-53E218ED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06C43-677D-14EE-959B-529E0562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ABC72-46BB-67EA-85CC-84D9ECDB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47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376-CFAC-7748-B8BA-7D8D7D91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F7468-87C6-DF43-7872-0DEF5BC3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8302-A7B3-AB34-7BDC-37DF2EF2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AC4D-4E0E-D3C2-0153-653F446C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250A7-2FA3-845E-BF33-0C2C3E7E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03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2BD8-607A-960A-7BF9-8FB0E337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A70F9-068A-3D9F-90B3-8D7057228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34E70-9B11-D18B-60A8-999B1D712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6B75F-D3CD-2900-2758-1F32E99B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4186-24A5-01E3-8201-F5290BB3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21B5A-41D9-1678-E6DE-38D50150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065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E00B-F9E9-838A-1A46-F9AFC3C9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07606-3022-266D-ED85-123236CAB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7F8D0-8984-596A-09BE-B957C7906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86334-6E02-C9EA-6458-E5AEFB79E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B96EA-8331-A945-D9D0-CAB3C0852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9DD6A-2E16-4716-EC46-D0567969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EA178-6CBA-9BD7-AFDB-37D30076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7C244-6E89-963E-D9C5-AFC85530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6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9D13-007E-CAEF-5DCC-97F0A1CA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32D60-DB21-5684-1481-30ADF427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49AC7-80B8-10B2-2AAA-B2EF21AB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66DC5-DCF1-85E3-F14F-142711F1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195ED-72C8-16AD-2930-15D53971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1F8CD-5A10-E7D3-7082-0C6B1964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3C06-E5CB-D47E-0E30-69B358E2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28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2E71-1462-5359-2808-7DB716DA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5EBE-8394-5B19-1157-46D13CCB2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CDA5C-8F00-4650-0492-C3165DE66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DC0B8-B87F-CCCC-6249-26D311EA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6685D-16FF-D9B4-F02E-ACCA186C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8A441-42E8-9CE2-7F95-2E8B3A67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25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D8D7-6584-EAB2-D0DE-4BA7A5165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C79A2-4A82-EF77-F0F4-2F8715F45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F306B-2179-D908-51E7-DE25F9E9C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F87E-172D-6D42-F03E-170D9DEF1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E37B1-ACB8-BDBE-FCC8-84B18888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3DCC5-6E94-9AC6-CD3F-244BCF10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63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BB46-9028-7A28-904F-80ADF632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75BF8-546F-0016-DBD2-C475A320B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1FCD2-D8C4-7083-02A5-11425AA7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5FE6-9EC5-CD9F-0806-A8437D9A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DBA5-467B-81D5-DE50-34F2E796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72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8F5E2-661C-F291-272B-D97A377C6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AB896-306E-440F-CE8A-421117C63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D5633-7C93-2BCA-326C-990BB31C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8984-4D1D-7620-DE8C-D7D065F1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43BCA-19C3-5990-434D-1918B590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90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1F0C0-E947-9650-94C7-5CAC23C9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4575-D576-AEFB-4730-B263C506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EBD0-0D21-FEEF-C1FC-172707388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A1E71-A945-4422-B151-0BB704EB854B}" type="datetimeFigureOut">
              <a:rPr lang="en-GB" smtClean="0"/>
              <a:t>12/03/2025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DDB9F-204D-0FBA-FD99-EDFD4C927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765F-E705-2426-0828-9E33C121B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48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EFB7-7714-5910-B0D0-A37EF8EDB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Vending Machine Webapp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F301E-4830-AFF2-291D-6F62F0809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Project Interview Presentation</a:t>
            </a:r>
          </a:p>
          <a:p>
            <a:endParaRPr lang="en-GB" dirty="0"/>
          </a:p>
          <a:p>
            <a:r>
              <a:rPr lang="en-GB" dirty="0"/>
              <a:t>By Issa Aboobaker, ia252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1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2E67-6CC9-A5EF-6B3F-8E54A391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 for The 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8F00-D8F4-6ABA-4367-AB4532B3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Aim: Create an exact simulation of a real Vending Machine with additional features and the scope to implement it as a real service.</a:t>
            </a:r>
          </a:p>
          <a:p>
            <a:r>
              <a:rPr lang="en-US" dirty="0"/>
              <a:t>Real World Applications and Uses:</a:t>
            </a: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Businesses are moving towards digital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Convenience: Users can browse and purchase items online</a:t>
            </a:r>
          </a:p>
          <a:p>
            <a:r>
              <a:rPr lang="en-GB" dirty="0"/>
              <a:t>Enhanced User Experience: Better UI and Real-Time feedback.</a:t>
            </a:r>
          </a:p>
          <a:p>
            <a:r>
              <a:rPr lang="en-GB" dirty="0"/>
              <a:t>Technical Skills Development: Building a full web application, handling payments/transactions and Software Design principles.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1A1E-1D1E-09AB-8C4E-288332258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so Far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AAF3-CB93-BEF9-188D-14B8A9E95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Interactive Vending Machine UI, with a visually engaging theme</a:t>
            </a:r>
          </a:p>
          <a:p>
            <a:r>
              <a:rPr lang="en-US" dirty="0"/>
              <a:t>Keypad Input System</a:t>
            </a:r>
          </a:p>
          <a:p>
            <a:r>
              <a:rPr lang="en-US" dirty="0"/>
              <a:t>Dynamic Cart display with control features</a:t>
            </a:r>
          </a:p>
          <a:p>
            <a:r>
              <a:rPr lang="en-US" dirty="0"/>
              <a:t>Stock Management: real-time stock checks and item availability alerts</a:t>
            </a:r>
          </a:p>
          <a:p>
            <a:r>
              <a:rPr lang="en-US" dirty="0"/>
              <a:t>Coin Payment System</a:t>
            </a:r>
          </a:p>
          <a:p>
            <a:r>
              <a:rPr lang="en-US" dirty="0"/>
              <a:t>Item view (with images) </a:t>
            </a:r>
          </a:p>
          <a:p>
            <a:r>
              <a:rPr lang="en-US" dirty="0"/>
              <a:t>Receipt Viewing (and downloading)</a:t>
            </a:r>
          </a:p>
          <a:p>
            <a:r>
              <a:rPr lang="en-US" dirty="0"/>
              <a:t>Fully Functional and Robust Backend</a:t>
            </a:r>
          </a:p>
          <a:p>
            <a:r>
              <a:rPr lang="en-US" dirty="0"/>
              <a:t>Database Storage of Products and Transactions</a:t>
            </a:r>
          </a:p>
          <a:p>
            <a:r>
              <a:rPr lang="en-US" dirty="0"/>
              <a:t>Instructions: Found in the UI and User Manual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81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3DDE-A756-D32D-8212-5BE4DC99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Parts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CB62-00F9-2A11-1BED-1B00EAE85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AJAX Implementation for: fetching backend product data, stock checking and dynamically updating page display</a:t>
            </a:r>
          </a:p>
          <a:p>
            <a:r>
              <a:rPr lang="en-US" dirty="0"/>
              <a:t>UI Design: Usability, Responsiveness, Styling</a:t>
            </a:r>
          </a:p>
          <a:p>
            <a:r>
              <a:rPr lang="en-US" dirty="0"/>
              <a:t>Combining and connecting frontend and backend</a:t>
            </a:r>
          </a:p>
          <a:p>
            <a:r>
              <a:rPr lang="en-US" dirty="0"/>
              <a:t>Transaction Logic</a:t>
            </a:r>
          </a:p>
          <a:p>
            <a:r>
              <a:rPr lang="en-US" dirty="0"/>
              <a:t>Database Setup and Management</a:t>
            </a:r>
          </a:p>
          <a:p>
            <a:r>
              <a:rPr lang="en-US" dirty="0"/>
              <a:t>Error handling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406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93D7-F9F6-5003-6332-CE8B3B10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Stages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6398-8492-12F9-F21A-4F70B10E2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User Login System: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Customers can login to view their previous transactions and get smart recommendations based on this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Admin Controls: Manual Stock Management, Add/Remove Products, Applying Discounts</a:t>
            </a:r>
          </a:p>
          <a:p>
            <a:r>
              <a:rPr lang="en-US" dirty="0"/>
              <a:t>More Products to choose from and better categorization</a:t>
            </a:r>
          </a:p>
          <a:p>
            <a:r>
              <a:rPr lang="en-US" dirty="0"/>
              <a:t>Animations, Sound Effects and Visual Enhancements</a:t>
            </a:r>
          </a:p>
          <a:p>
            <a:r>
              <a:rPr lang="en-US" dirty="0"/>
              <a:t>Enlarged Item View and Description when clicking an item</a:t>
            </a:r>
          </a:p>
          <a:p>
            <a:r>
              <a:rPr lang="en-US" dirty="0"/>
              <a:t>Searching/Querying previous transactions, and their receipts</a:t>
            </a:r>
          </a:p>
          <a:p>
            <a:r>
              <a:rPr lang="en-US" dirty="0"/>
              <a:t>Returns/Refunds (Potential)</a:t>
            </a:r>
          </a:p>
          <a:p>
            <a:r>
              <a:rPr lang="en-US" dirty="0"/>
              <a:t>Card Payments (Potential)</a:t>
            </a:r>
          </a:p>
          <a:p>
            <a:r>
              <a:rPr lang="en-US" dirty="0"/>
              <a:t>Tracking Change (Potential)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155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283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Virtual Vending Machine Webapp</vt:lpstr>
      <vt:lpstr>Motivations for The Project</vt:lpstr>
      <vt:lpstr>Features so Far</vt:lpstr>
      <vt:lpstr>Challenging Parts</vt:lpstr>
      <vt:lpstr>Next Stages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Aboobaker, Issa</dc:creator>
  <cp:lastModifiedBy>Aboobaker, Issa</cp:lastModifiedBy>
  <cp:revision>2</cp:revision>
  <dcterms:created xsi:type="dcterms:W3CDTF">2025-02-21T00:14:34Z</dcterms:created>
  <dcterms:modified xsi:type="dcterms:W3CDTF">2025-03-12T16:22:14Z</dcterms:modified>
</cp:coreProperties>
</file>