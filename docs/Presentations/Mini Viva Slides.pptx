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64" r:id="rId8"/>
    <p:sldId id="259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54EF0-2760-45D2-B503-2BA883C10A16}" v="331" dt="2025-05-14T16:10:25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oobaker, Issa" userId="2bc45a89-7e62-4bb5-8c48-6660b219e2b1" providerId="ADAL" clId="{DAF54EF0-2760-45D2-B503-2BA883C10A16}"/>
    <pc:docChg chg="undo custSel modSld sldOrd">
      <pc:chgData name="Aboobaker, Issa" userId="2bc45a89-7e62-4bb5-8c48-6660b219e2b1" providerId="ADAL" clId="{DAF54EF0-2760-45D2-B503-2BA883C10A16}" dt="2025-05-14T16:10:25.294" v="600"/>
      <pc:docMkLst>
        <pc:docMk/>
      </pc:docMkLst>
      <pc:sldChg chg="addSp modSp mod setBg">
        <pc:chgData name="Aboobaker, Issa" userId="2bc45a89-7e62-4bb5-8c48-6660b219e2b1" providerId="ADAL" clId="{DAF54EF0-2760-45D2-B503-2BA883C10A16}" dt="2025-05-14T16:05:08.807" v="577" actId="403"/>
        <pc:sldMkLst>
          <pc:docMk/>
          <pc:sldMk cId="2226316006" sldId="256"/>
        </pc:sldMkLst>
        <pc:spChg chg="mod">
          <ac:chgData name="Aboobaker, Issa" userId="2bc45a89-7e62-4bb5-8c48-6660b219e2b1" providerId="ADAL" clId="{DAF54EF0-2760-45D2-B503-2BA883C10A16}" dt="2025-05-14T16:05:00.988" v="575" actId="14100"/>
          <ac:spMkLst>
            <pc:docMk/>
            <pc:sldMk cId="2226316006" sldId="256"/>
            <ac:spMk id="2" creationId="{4193EFB7-7714-5910-B0D0-A37EF8EDB622}"/>
          </ac:spMkLst>
        </pc:spChg>
        <pc:spChg chg="mod">
          <ac:chgData name="Aboobaker, Issa" userId="2bc45a89-7e62-4bb5-8c48-6660b219e2b1" providerId="ADAL" clId="{DAF54EF0-2760-45D2-B503-2BA883C10A16}" dt="2025-05-14T16:05:08.807" v="577" actId="403"/>
          <ac:spMkLst>
            <pc:docMk/>
            <pc:sldMk cId="2226316006" sldId="256"/>
            <ac:spMk id="3" creationId="{558F301E-4830-AFF2-291D-6F62F0809817}"/>
          </ac:spMkLst>
        </pc:spChg>
        <pc:spChg chg="add">
          <ac:chgData name="Aboobaker, Issa" userId="2bc45a89-7e62-4bb5-8c48-6660b219e2b1" providerId="ADAL" clId="{DAF54EF0-2760-45D2-B503-2BA883C10A16}" dt="2025-05-14T16:02:22.719" v="544" actId="26606"/>
          <ac:spMkLst>
            <pc:docMk/>
            <pc:sldMk cId="2226316006" sldId="256"/>
            <ac:spMk id="9" creationId="{E58348C3-6249-4952-AA86-C63DB35EA9F2}"/>
          </ac:spMkLst>
        </pc:spChg>
        <pc:grpChg chg="add">
          <ac:chgData name="Aboobaker, Issa" userId="2bc45a89-7e62-4bb5-8c48-6660b219e2b1" providerId="ADAL" clId="{DAF54EF0-2760-45D2-B503-2BA883C10A16}" dt="2025-05-14T16:02:22.719" v="544" actId="26606"/>
          <ac:grpSpMkLst>
            <pc:docMk/>
            <pc:sldMk cId="2226316006" sldId="256"/>
            <ac:grpSpMk id="11" creationId="{DE6174AD-DBB0-43E6-98C2-738DB3A15244}"/>
          </ac:grpSpMkLst>
        </pc:grpChg>
        <pc:picChg chg="add">
          <ac:chgData name="Aboobaker, Issa" userId="2bc45a89-7e62-4bb5-8c48-6660b219e2b1" providerId="ADAL" clId="{DAF54EF0-2760-45D2-B503-2BA883C10A16}" dt="2025-05-14T16:02:22.719" v="544" actId="26606"/>
          <ac:picMkLst>
            <pc:docMk/>
            <pc:sldMk cId="2226316006" sldId="256"/>
            <ac:picMk id="5" creationId="{51592461-2354-F596-DE3A-DD02D0B452EE}"/>
          </ac:picMkLst>
        </pc:picChg>
      </pc:sldChg>
      <pc:sldChg chg="modSp mod ord modAnim">
        <pc:chgData name="Aboobaker, Issa" userId="2bc45a89-7e62-4bb5-8c48-6660b219e2b1" providerId="ADAL" clId="{DAF54EF0-2760-45D2-B503-2BA883C10A16}" dt="2025-05-14T16:08:07.046" v="592"/>
        <pc:sldMkLst>
          <pc:docMk/>
          <pc:sldMk cId="1457261047" sldId="257"/>
        </pc:sldMkLst>
        <pc:spChg chg="mod">
          <ac:chgData name="Aboobaker, Issa" userId="2bc45a89-7e62-4bb5-8c48-6660b219e2b1" providerId="ADAL" clId="{DAF54EF0-2760-45D2-B503-2BA883C10A16}" dt="2025-05-14T15:42:19.072" v="253" actId="403"/>
          <ac:spMkLst>
            <pc:docMk/>
            <pc:sldMk cId="1457261047" sldId="257"/>
            <ac:spMk id="2" creationId="{6B602E67-6CC9-A5EF-6B3F-8E54A3917D24}"/>
          </ac:spMkLst>
        </pc:spChg>
        <pc:spChg chg="mod">
          <ac:chgData name="Aboobaker, Issa" userId="2bc45a89-7e62-4bb5-8c48-6660b219e2b1" providerId="ADAL" clId="{DAF54EF0-2760-45D2-B503-2BA883C10A16}" dt="2025-05-14T15:36:50.919" v="102" actId="404"/>
          <ac:spMkLst>
            <pc:docMk/>
            <pc:sldMk cId="1457261047" sldId="257"/>
            <ac:spMk id="3" creationId="{D2E88F00-D8F4-6ABA-4367-AB4532B3BC00}"/>
          </ac:spMkLst>
        </pc:spChg>
      </pc:sldChg>
      <pc:sldChg chg="addSp delSp modSp mod setBg modAnim">
        <pc:chgData name="Aboobaker, Issa" userId="2bc45a89-7e62-4bb5-8c48-6660b219e2b1" providerId="ADAL" clId="{DAF54EF0-2760-45D2-B503-2BA883C10A16}" dt="2025-05-14T16:09:46.067" v="596"/>
        <pc:sldMkLst>
          <pc:docMk/>
          <pc:sldMk cId="3239814683" sldId="258"/>
        </pc:sldMkLst>
        <pc:spChg chg="mod ord">
          <ac:chgData name="Aboobaker, Issa" userId="2bc45a89-7e62-4bb5-8c48-6660b219e2b1" providerId="ADAL" clId="{DAF54EF0-2760-45D2-B503-2BA883C10A16}" dt="2025-05-14T16:01:49.573" v="543" actId="1076"/>
          <ac:spMkLst>
            <pc:docMk/>
            <pc:sldMk cId="3239814683" sldId="258"/>
            <ac:spMk id="2" creationId="{AE281A1E-1D1E-09AB-8C4E-288332258200}"/>
          </ac:spMkLst>
        </pc:spChg>
        <pc:spChg chg="add del mod">
          <ac:chgData name="Aboobaker, Issa" userId="2bc45a89-7e62-4bb5-8c48-6660b219e2b1" providerId="ADAL" clId="{DAF54EF0-2760-45D2-B503-2BA883C10A16}" dt="2025-05-14T15:59:36.267" v="454" actId="26606"/>
          <ac:spMkLst>
            <pc:docMk/>
            <pc:sldMk cId="3239814683" sldId="258"/>
            <ac:spMk id="3" creationId="{C133AAF3-CB93-BEF9-188D-14B8A9E9597B}"/>
          </ac:spMkLst>
        </pc:spChg>
        <pc:spChg chg="add del">
          <ac:chgData name="Aboobaker, Issa" userId="2bc45a89-7e62-4bb5-8c48-6660b219e2b1" providerId="ADAL" clId="{DAF54EF0-2760-45D2-B503-2BA883C10A16}" dt="2025-05-14T16:00:41.127" v="486" actId="26606"/>
          <ac:spMkLst>
            <pc:docMk/>
            <pc:sldMk cId="3239814683" sldId="258"/>
            <ac:spMk id="6150" creationId="{6AD30037-67ED-4367-9BE0-45787510BF13}"/>
          </ac:spMkLst>
        </pc:spChg>
        <pc:spChg chg="add del">
          <ac:chgData name="Aboobaker, Issa" userId="2bc45a89-7e62-4bb5-8c48-6660b219e2b1" providerId="ADAL" clId="{DAF54EF0-2760-45D2-B503-2BA883C10A16}" dt="2025-05-14T15:59:12.175" v="450" actId="26606"/>
          <ac:spMkLst>
            <pc:docMk/>
            <pc:sldMk cId="3239814683" sldId="258"/>
            <ac:spMk id="6151" creationId="{6AD30037-67ED-4367-9BE0-45787510BF13}"/>
          </ac:spMkLst>
        </pc:spChg>
        <pc:spChg chg="add mod">
          <ac:chgData name="Aboobaker, Issa" userId="2bc45a89-7e62-4bb5-8c48-6660b219e2b1" providerId="ADAL" clId="{DAF54EF0-2760-45D2-B503-2BA883C10A16}" dt="2025-05-14T16:01:46.080" v="542" actId="1076"/>
          <ac:spMkLst>
            <pc:docMk/>
            <pc:sldMk cId="3239814683" sldId="258"/>
            <ac:spMk id="6166" creationId="{C133AAF3-CB93-BEF9-188D-14B8A9E9597B}"/>
          </ac:spMkLst>
        </pc:spChg>
        <pc:spChg chg="add del">
          <ac:chgData name="Aboobaker, Issa" userId="2bc45a89-7e62-4bb5-8c48-6660b219e2b1" providerId="ADAL" clId="{DAF54EF0-2760-45D2-B503-2BA883C10A16}" dt="2025-05-14T16:00:41.127" v="485" actId="26606"/>
          <ac:spMkLst>
            <pc:docMk/>
            <pc:sldMk cId="3239814683" sldId="258"/>
            <ac:spMk id="6171" creationId="{85428F22-76B3-4107-AADE-3F9EC95FD325}"/>
          </ac:spMkLst>
        </pc:spChg>
        <pc:grpChg chg="add del">
          <ac:chgData name="Aboobaker, Issa" userId="2bc45a89-7e62-4bb5-8c48-6660b219e2b1" providerId="ADAL" clId="{DAF54EF0-2760-45D2-B503-2BA883C10A16}" dt="2025-05-14T16:00:41.127" v="486" actId="26606"/>
          <ac:grpSpMkLst>
            <pc:docMk/>
            <pc:sldMk cId="3239814683" sldId="258"/>
            <ac:grpSpMk id="6152" creationId="{50841A4E-5BC1-44B4-83CF-D524E8AEAD64}"/>
          </ac:grpSpMkLst>
        </pc:grpChg>
        <pc:grpChg chg="add del">
          <ac:chgData name="Aboobaker, Issa" userId="2bc45a89-7e62-4bb5-8c48-6660b219e2b1" providerId="ADAL" clId="{DAF54EF0-2760-45D2-B503-2BA883C10A16}" dt="2025-05-14T15:59:12.175" v="450" actId="26606"/>
          <ac:grpSpMkLst>
            <pc:docMk/>
            <pc:sldMk cId="3239814683" sldId="258"/>
            <ac:grpSpMk id="6153" creationId="{50841A4E-5BC1-44B4-83CF-D524E8AEAD64}"/>
          </ac:grpSpMkLst>
        </pc:grpChg>
        <pc:grpChg chg="add del">
          <ac:chgData name="Aboobaker, Issa" userId="2bc45a89-7e62-4bb5-8c48-6660b219e2b1" providerId="ADAL" clId="{DAF54EF0-2760-45D2-B503-2BA883C10A16}" dt="2025-05-14T16:00:41.127" v="485" actId="26606"/>
          <ac:grpSpMkLst>
            <pc:docMk/>
            <pc:sldMk cId="3239814683" sldId="258"/>
            <ac:grpSpMk id="6173" creationId="{5346FBCF-5353-4172-96F5-4B7EB07777C4}"/>
          </ac:grpSpMkLst>
        </pc:grpChg>
        <pc:grpChg chg="add del">
          <ac:chgData name="Aboobaker, Issa" userId="2bc45a89-7e62-4bb5-8c48-6660b219e2b1" providerId="ADAL" clId="{DAF54EF0-2760-45D2-B503-2BA883C10A16}" dt="2025-05-14T16:00:41.127" v="485" actId="26606"/>
          <ac:grpSpMkLst>
            <pc:docMk/>
            <pc:sldMk cId="3239814683" sldId="258"/>
            <ac:grpSpMk id="6177" creationId="{78326E10-C8CB-487F-A110-F861268DE619}"/>
          </ac:grpSpMkLst>
        </pc:grpChg>
        <pc:graphicFrameChg chg="add del">
          <ac:chgData name="Aboobaker, Issa" userId="2bc45a89-7e62-4bb5-8c48-6660b219e2b1" providerId="ADAL" clId="{DAF54EF0-2760-45D2-B503-2BA883C10A16}" dt="2025-05-14T15:59:36.251" v="453" actId="26606"/>
          <ac:graphicFrameMkLst>
            <pc:docMk/>
            <pc:sldMk cId="3239814683" sldId="258"/>
            <ac:graphicFrameMk id="6148" creationId="{E602465B-8171-4D7E-FB47-B2A56C8FCB7A}"/>
          </ac:graphicFrameMkLst>
        </pc:graphicFrameChg>
        <pc:picChg chg="add mod ord">
          <ac:chgData name="Aboobaker, Issa" userId="2bc45a89-7e62-4bb5-8c48-6660b219e2b1" providerId="ADAL" clId="{DAF54EF0-2760-45D2-B503-2BA883C10A16}" dt="2025-05-14T16:01:20.549" v="507" actId="26606"/>
          <ac:picMkLst>
            <pc:docMk/>
            <pc:sldMk cId="3239814683" sldId="258"/>
            <ac:picMk id="6146" creationId="{70C08167-C4E5-52AD-E798-DE978A537C09}"/>
          </ac:picMkLst>
        </pc:picChg>
      </pc:sldChg>
      <pc:sldChg chg="addSp modSp mod setBg modAnim">
        <pc:chgData name="Aboobaker, Issa" userId="2bc45a89-7e62-4bb5-8c48-6660b219e2b1" providerId="ADAL" clId="{DAF54EF0-2760-45D2-B503-2BA883C10A16}" dt="2025-05-14T16:10:20.325" v="599"/>
        <pc:sldMkLst>
          <pc:docMk/>
          <pc:sldMk cId="1944065255" sldId="259"/>
        </pc:sldMkLst>
        <pc:spChg chg="mod">
          <ac:chgData name="Aboobaker, Issa" userId="2bc45a89-7e62-4bb5-8c48-6660b219e2b1" providerId="ADAL" clId="{DAF54EF0-2760-45D2-B503-2BA883C10A16}" dt="2025-05-14T15:56:11.494" v="419" actId="404"/>
          <ac:spMkLst>
            <pc:docMk/>
            <pc:sldMk cId="1944065255" sldId="259"/>
            <ac:spMk id="2" creationId="{B4623DDE-A756-D32D-8212-5BE4DC99EB71}"/>
          </ac:spMkLst>
        </pc:spChg>
        <pc:spChg chg="mod">
          <ac:chgData name="Aboobaker, Issa" userId="2bc45a89-7e62-4bb5-8c48-6660b219e2b1" providerId="ADAL" clId="{DAF54EF0-2760-45D2-B503-2BA883C10A16}" dt="2025-05-14T15:56:39.364" v="446" actId="1076"/>
          <ac:spMkLst>
            <pc:docMk/>
            <pc:sldMk cId="1944065255" sldId="259"/>
            <ac:spMk id="3" creationId="{F1A1CB62-00F9-2A11-1BED-1B00EAE859CE}"/>
          </ac:spMkLst>
        </pc:spChg>
        <pc:picChg chg="add mod">
          <ac:chgData name="Aboobaker, Issa" userId="2bc45a89-7e62-4bb5-8c48-6660b219e2b1" providerId="ADAL" clId="{DAF54EF0-2760-45D2-B503-2BA883C10A16}" dt="2025-05-14T15:56:30.526" v="444" actId="1076"/>
          <ac:picMkLst>
            <pc:docMk/>
            <pc:sldMk cId="1944065255" sldId="259"/>
            <ac:picMk id="5122" creationId="{839704F5-6272-594B-28B1-14B3CEA5C213}"/>
          </ac:picMkLst>
        </pc:picChg>
      </pc:sldChg>
      <pc:sldChg chg="addSp modSp mod setBg modAnim">
        <pc:chgData name="Aboobaker, Issa" userId="2bc45a89-7e62-4bb5-8c48-6660b219e2b1" providerId="ADAL" clId="{DAF54EF0-2760-45D2-B503-2BA883C10A16}" dt="2025-05-14T16:10:25.294" v="600"/>
        <pc:sldMkLst>
          <pc:docMk/>
          <pc:sldMk cId="2276155595" sldId="260"/>
        </pc:sldMkLst>
        <pc:spChg chg="mod">
          <ac:chgData name="Aboobaker, Issa" userId="2bc45a89-7e62-4bb5-8c48-6660b219e2b1" providerId="ADAL" clId="{DAF54EF0-2760-45D2-B503-2BA883C10A16}" dt="2025-05-14T15:55:03.322" v="409" actId="1076"/>
          <ac:spMkLst>
            <pc:docMk/>
            <pc:sldMk cId="2276155595" sldId="260"/>
            <ac:spMk id="2" creationId="{0D5193D7-F9F6-5003-6332-CE8B3B1049C1}"/>
          </ac:spMkLst>
        </pc:spChg>
        <pc:spChg chg="mod ord">
          <ac:chgData name="Aboobaker, Issa" userId="2bc45a89-7e62-4bb5-8c48-6660b219e2b1" providerId="ADAL" clId="{DAF54EF0-2760-45D2-B503-2BA883C10A16}" dt="2025-05-14T15:55:08.153" v="410" actId="1076"/>
          <ac:spMkLst>
            <pc:docMk/>
            <pc:sldMk cId="2276155595" sldId="260"/>
            <ac:spMk id="3" creationId="{8CFB6398-8492-12F9-F21A-4F70B10E2841}"/>
          </ac:spMkLst>
        </pc:spChg>
        <pc:picChg chg="add mod">
          <ac:chgData name="Aboobaker, Issa" userId="2bc45a89-7e62-4bb5-8c48-6660b219e2b1" providerId="ADAL" clId="{DAF54EF0-2760-45D2-B503-2BA883C10A16}" dt="2025-05-14T15:55:10.957" v="411" actId="1076"/>
          <ac:picMkLst>
            <pc:docMk/>
            <pc:sldMk cId="2276155595" sldId="260"/>
            <ac:picMk id="4098" creationId="{F1DB55F9-1128-CCF7-BB05-F55199DF6E26}"/>
          </ac:picMkLst>
        </pc:picChg>
      </pc:sldChg>
      <pc:sldChg chg="modSp mod modAnim">
        <pc:chgData name="Aboobaker, Issa" userId="2bc45a89-7e62-4bb5-8c48-6660b219e2b1" providerId="ADAL" clId="{DAF54EF0-2760-45D2-B503-2BA883C10A16}" dt="2025-05-14T16:09:30.978" v="594"/>
        <pc:sldMkLst>
          <pc:docMk/>
          <pc:sldMk cId="2484367150" sldId="261"/>
        </pc:sldMkLst>
        <pc:spChg chg="mod">
          <ac:chgData name="Aboobaker, Issa" userId="2bc45a89-7e62-4bb5-8c48-6660b219e2b1" providerId="ADAL" clId="{DAF54EF0-2760-45D2-B503-2BA883C10A16}" dt="2025-05-14T15:45:01.819" v="282" actId="1076"/>
          <ac:spMkLst>
            <pc:docMk/>
            <pc:sldMk cId="2484367150" sldId="261"/>
            <ac:spMk id="2" creationId="{CD046DE4-6656-405C-13EB-F471FC324FE7}"/>
          </ac:spMkLst>
        </pc:spChg>
        <pc:spChg chg="mod">
          <ac:chgData name="Aboobaker, Issa" userId="2bc45a89-7e62-4bb5-8c48-6660b219e2b1" providerId="ADAL" clId="{DAF54EF0-2760-45D2-B503-2BA883C10A16}" dt="2025-05-14T15:45:18.533" v="284" actId="1076"/>
          <ac:spMkLst>
            <pc:docMk/>
            <pc:sldMk cId="2484367150" sldId="261"/>
            <ac:spMk id="3" creationId="{7B55F0B7-E9BB-5834-BF5A-6205F2F90C23}"/>
          </ac:spMkLst>
        </pc:spChg>
        <pc:picChg chg="mod">
          <ac:chgData name="Aboobaker, Issa" userId="2bc45a89-7e62-4bb5-8c48-6660b219e2b1" providerId="ADAL" clId="{DAF54EF0-2760-45D2-B503-2BA883C10A16}" dt="2025-05-14T15:37:32.899" v="111" actId="14100"/>
          <ac:picMkLst>
            <pc:docMk/>
            <pc:sldMk cId="2484367150" sldId="261"/>
            <ac:picMk id="4" creationId="{A6B8E82E-5F70-CC20-D017-6B6267953E6E}"/>
          </ac:picMkLst>
        </pc:picChg>
      </pc:sldChg>
      <pc:sldChg chg="modSp mod modAnim">
        <pc:chgData name="Aboobaker, Issa" userId="2bc45a89-7e62-4bb5-8c48-6660b219e2b1" providerId="ADAL" clId="{DAF54EF0-2760-45D2-B503-2BA883C10A16}" dt="2025-05-14T16:09:38.713" v="595"/>
        <pc:sldMkLst>
          <pc:docMk/>
          <pc:sldMk cId="4217479989" sldId="262"/>
        </pc:sldMkLst>
        <pc:spChg chg="mod">
          <ac:chgData name="Aboobaker, Issa" userId="2bc45a89-7e62-4bb5-8c48-6660b219e2b1" providerId="ADAL" clId="{DAF54EF0-2760-45D2-B503-2BA883C10A16}" dt="2025-05-14T15:45:09.917" v="283" actId="1076"/>
          <ac:spMkLst>
            <pc:docMk/>
            <pc:sldMk cId="4217479989" sldId="262"/>
            <ac:spMk id="2" creationId="{11945814-4431-FC4A-4049-6296819BE9B6}"/>
          </ac:spMkLst>
        </pc:spChg>
        <pc:picChg chg="mod modCrop">
          <ac:chgData name="Aboobaker, Issa" userId="2bc45a89-7e62-4bb5-8c48-6660b219e2b1" providerId="ADAL" clId="{DAF54EF0-2760-45D2-B503-2BA883C10A16}" dt="2025-05-14T15:38:15.397" v="119" actId="1076"/>
          <ac:picMkLst>
            <pc:docMk/>
            <pc:sldMk cId="4217479989" sldId="262"/>
            <ac:picMk id="8" creationId="{005EB5AB-B79C-17EC-9613-78C97F0F66CC}"/>
          </ac:picMkLst>
        </pc:picChg>
      </pc:sldChg>
      <pc:sldChg chg="addSp modSp mod setBg modAnim">
        <pc:chgData name="Aboobaker, Issa" userId="2bc45a89-7e62-4bb5-8c48-6660b219e2b1" providerId="ADAL" clId="{DAF54EF0-2760-45D2-B503-2BA883C10A16}" dt="2025-05-14T16:09:57.663" v="597"/>
        <pc:sldMkLst>
          <pc:docMk/>
          <pc:sldMk cId="2998794079" sldId="263"/>
        </pc:sldMkLst>
        <pc:spChg chg="mod">
          <ac:chgData name="Aboobaker, Issa" userId="2bc45a89-7e62-4bb5-8c48-6660b219e2b1" providerId="ADAL" clId="{DAF54EF0-2760-45D2-B503-2BA883C10A16}" dt="2025-05-14T15:51:29.660" v="339" actId="1076"/>
          <ac:spMkLst>
            <pc:docMk/>
            <pc:sldMk cId="2998794079" sldId="263"/>
            <ac:spMk id="2" creationId="{17B5EA23-FB14-70C1-2DCC-6492F332490E}"/>
          </ac:spMkLst>
        </pc:spChg>
        <pc:spChg chg="mod">
          <ac:chgData name="Aboobaker, Issa" userId="2bc45a89-7e62-4bb5-8c48-6660b219e2b1" providerId="ADAL" clId="{DAF54EF0-2760-45D2-B503-2BA883C10A16}" dt="2025-05-14T15:50:39.956" v="330" actId="403"/>
          <ac:spMkLst>
            <pc:docMk/>
            <pc:sldMk cId="2998794079" sldId="263"/>
            <ac:spMk id="3" creationId="{99F877CB-7127-D048-B5A7-6CE73C9D9568}"/>
          </ac:spMkLst>
        </pc:spChg>
        <pc:spChg chg="add">
          <ac:chgData name="Aboobaker, Issa" userId="2bc45a89-7e62-4bb5-8c48-6660b219e2b1" providerId="ADAL" clId="{DAF54EF0-2760-45D2-B503-2BA883C10A16}" dt="2025-05-14T15:50:13.107" v="302" actId="26606"/>
          <ac:spMkLst>
            <pc:docMk/>
            <pc:sldMk cId="2998794079" sldId="263"/>
            <ac:spMk id="2059" creationId="{082DABBB-1098-42B2-AA3B-B88D18B0E7D1}"/>
          </ac:spMkLst>
        </pc:spChg>
        <pc:picChg chg="add mod ord">
          <ac:chgData name="Aboobaker, Issa" userId="2bc45a89-7e62-4bb5-8c48-6660b219e2b1" providerId="ADAL" clId="{DAF54EF0-2760-45D2-B503-2BA883C10A16}" dt="2025-05-14T15:50:13.107" v="302" actId="26606"/>
          <ac:picMkLst>
            <pc:docMk/>
            <pc:sldMk cId="2998794079" sldId="263"/>
            <ac:picMk id="2050" creationId="{BD383116-5126-7C5B-E307-D1B5AA2A1B84}"/>
          </ac:picMkLst>
        </pc:picChg>
        <pc:picChg chg="add mod">
          <ac:chgData name="Aboobaker, Issa" userId="2bc45a89-7e62-4bb5-8c48-6660b219e2b1" providerId="ADAL" clId="{DAF54EF0-2760-45D2-B503-2BA883C10A16}" dt="2025-05-14T15:51:25.783" v="338" actId="14100"/>
          <ac:picMkLst>
            <pc:docMk/>
            <pc:sldMk cId="2998794079" sldId="263"/>
            <ac:picMk id="2052" creationId="{F3755AAD-278A-1285-CAA0-3A7F149C4DF4}"/>
          </ac:picMkLst>
        </pc:picChg>
        <pc:picChg chg="add mod">
          <ac:chgData name="Aboobaker, Issa" userId="2bc45a89-7e62-4bb5-8c48-6660b219e2b1" providerId="ADAL" clId="{DAF54EF0-2760-45D2-B503-2BA883C10A16}" dt="2025-05-14T15:50:13.107" v="302" actId="26606"/>
          <ac:picMkLst>
            <pc:docMk/>
            <pc:sldMk cId="2998794079" sldId="263"/>
            <ac:picMk id="2054" creationId="{6E3C6215-70B6-31F5-8E45-1F036FE33143}"/>
          </ac:picMkLst>
        </pc:picChg>
      </pc:sldChg>
      <pc:sldChg chg="addSp delSp modSp mod setBg modAnim">
        <pc:chgData name="Aboobaker, Issa" userId="2bc45a89-7e62-4bb5-8c48-6660b219e2b1" providerId="ADAL" clId="{DAF54EF0-2760-45D2-B503-2BA883C10A16}" dt="2025-05-14T16:10:05.917" v="598"/>
        <pc:sldMkLst>
          <pc:docMk/>
          <pc:sldMk cId="1734940975" sldId="264"/>
        </pc:sldMkLst>
        <pc:spChg chg="mod">
          <ac:chgData name="Aboobaker, Issa" userId="2bc45a89-7e62-4bb5-8c48-6660b219e2b1" providerId="ADAL" clId="{DAF54EF0-2760-45D2-B503-2BA883C10A16}" dt="2025-05-14T15:52:46.332" v="375" actId="403"/>
          <ac:spMkLst>
            <pc:docMk/>
            <pc:sldMk cId="1734940975" sldId="264"/>
            <ac:spMk id="2" creationId="{23EF97B6-5BA0-EB4B-7F0E-218040BAEF2B}"/>
          </ac:spMkLst>
        </pc:spChg>
        <pc:spChg chg="mod ord">
          <ac:chgData name="Aboobaker, Issa" userId="2bc45a89-7e62-4bb5-8c48-6660b219e2b1" providerId="ADAL" clId="{DAF54EF0-2760-45D2-B503-2BA883C10A16}" dt="2025-05-14T15:52:34.835" v="371" actId="404"/>
          <ac:spMkLst>
            <pc:docMk/>
            <pc:sldMk cId="1734940975" sldId="264"/>
            <ac:spMk id="3" creationId="{270325D3-D864-F828-653B-7BCA6B813910}"/>
          </ac:spMkLst>
        </pc:spChg>
        <pc:spChg chg="add del">
          <ac:chgData name="Aboobaker, Issa" userId="2bc45a89-7e62-4bb5-8c48-6660b219e2b1" providerId="ADAL" clId="{DAF54EF0-2760-45D2-B503-2BA883C10A16}" dt="2025-05-14T15:52:21.802" v="346" actId="26606"/>
          <ac:spMkLst>
            <pc:docMk/>
            <pc:sldMk cId="1734940975" sldId="264"/>
            <ac:spMk id="3076" creationId="{85428F22-76B3-4107-AADE-3F9EC95FD325}"/>
          </ac:spMkLst>
        </pc:spChg>
        <pc:spChg chg="add del">
          <ac:chgData name="Aboobaker, Issa" userId="2bc45a89-7e62-4bb5-8c48-6660b219e2b1" providerId="ADAL" clId="{DAF54EF0-2760-45D2-B503-2BA883C10A16}" dt="2025-05-14T15:52:19.007" v="342" actId="26606"/>
          <ac:spMkLst>
            <pc:docMk/>
            <pc:sldMk cId="1734940975" sldId="264"/>
            <ac:spMk id="3079" creationId="{6AD30037-67ED-4367-9BE0-45787510BF13}"/>
          </ac:spMkLst>
        </pc:spChg>
        <pc:grpChg chg="add del">
          <ac:chgData name="Aboobaker, Issa" userId="2bc45a89-7e62-4bb5-8c48-6660b219e2b1" providerId="ADAL" clId="{DAF54EF0-2760-45D2-B503-2BA883C10A16}" dt="2025-05-14T15:52:21.802" v="346" actId="26606"/>
          <ac:grpSpMkLst>
            <pc:docMk/>
            <pc:sldMk cId="1734940975" sldId="264"/>
            <ac:grpSpMk id="3077" creationId="{5346FBCF-5353-4172-96F5-4B7EB07777C4}"/>
          </ac:grpSpMkLst>
        </pc:grpChg>
        <pc:grpChg chg="add del">
          <ac:chgData name="Aboobaker, Issa" userId="2bc45a89-7e62-4bb5-8c48-6660b219e2b1" providerId="ADAL" clId="{DAF54EF0-2760-45D2-B503-2BA883C10A16}" dt="2025-05-14T15:52:19.007" v="342" actId="26606"/>
          <ac:grpSpMkLst>
            <pc:docMk/>
            <pc:sldMk cId="1734940975" sldId="264"/>
            <ac:grpSpMk id="3081" creationId="{50841A4E-5BC1-44B4-83CF-D524E8AEAD64}"/>
          </ac:grpSpMkLst>
        </pc:grpChg>
        <pc:grpChg chg="add del">
          <ac:chgData name="Aboobaker, Issa" userId="2bc45a89-7e62-4bb5-8c48-6660b219e2b1" providerId="ADAL" clId="{DAF54EF0-2760-45D2-B503-2BA883C10A16}" dt="2025-05-14T15:52:21.802" v="346" actId="26606"/>
          <ac:grpSpMkLst>
            <pc:docMk/>
            <pc:sldMk cId="1734940975" sldId="264"/>
            <ac:grpSpMk id="3085" creationId="{78326E10-C8CB-487F-A110-F861268DE619}"/>
          </ac:grpSpMkLst>
        </pc:grpChg>
        <pc:picChg chg="add mod ord">
          <ac:chgData name="Aboobaker, Issa" userId="2bc45a89-7e62-4bb5-8c48-6660b219e2b1" providerId="ADAL" clId="{DAF54EF0-2760-45D2-B503-2BA883C10A16}" dt="2025-05-14T15:52:25.868" v="348" actId="27614"/>
          <ac:picMkLst>
            <pc:docMk/>
            <pc:sldMk cId="1734940975" sldId="264"/>
            <ac:picMk id="3074" creationId="{142AABD4-1B9F-56D5-9881-498D584A45A7}"/>
          </ac:picMkLst>
        </pc:picChg>
      </pc:sldChg>
      <pc:sldChg chg="addSp delSp modSp mod">
        <pc:chgData name="Aboobaker, Issa" userId="2bc45a89-7e62-4bb5-8c48-6660b219e2b1" providerId="ADAL" clId="{DAF54EF0-2760-45D2-B503-2BA883C10A16}" dt="2025-05-14T15:47:51.738" v="287" actId="478"/>
        <pc:sldMkLst>
          <pc:docMk/>
          <pc:sldMk cId="647460535" sldId="265"/>
        </pc:sldMkLst>
        <pc:spChg chg="mod">
          <ac:chgData name="Aboobaker, Issa" userId="2bc45a89-7e62-4bb5-8c48-6660b219e2b1" providerId="ADAL" clId="{DAF54EF0-2760-45D2-B503-2BA883C10A16}" dt="2025-05-14T15:43:23.913" v="281" actId="403"/>
          <ac:spMkLst>
            <pc:docMk/>
            <pc:sldMk cId="647460535" sldId="265"/>
            <ac:spMk id="2" creationId="{C3E103AA-955C-6C7A-5701-9B1B2097C441}"/>
          </ac:spMkLst>
        </pc:spChg>
        <pc:spChg chg="mod">
          <ac:chgData name="Aboobaker, Issa" userId="2bc45a89-7e62-4bb5-8c48-6660b219e2b1" providerId="ADAL" clId="{DAF54EF0-2760-45D2-B503-2BA883C10A16}" dt="2025-05-14T15:42:06.163" v="250" actId="1076"/>
          <ac:spMkLst>
            <pc:docMk/>
            <pc:sldMk cId="647460535" sldId="265"/>
            <ac:spMk id="3" creationId="{B46ECE15-6B51-EB0F-5FEB-7D580B4973F0}"/>
          </ac:spMkLst>
        </pc:spChg>
        <pc:picChg chg="add del mod">
          <ac:chgData name="Aboobaker, Issa" userId="2bc45a89-7e62-4bb5-8c48-6660b219e2b1" providerId="ADAL" clId="{DAF54EF0-2760-45D2-B503-2BA883C10A16}" dt="2025-05-14T15:47:51.738" v="287" actId="478"/>
          <ac:picMkLst>
            <pc:docMk/>
            <pc:sldMk cId="647460535" sldId="265"/>
            <ac:picMk id="1026" creationId="{3C67EB2F-6381-DB2B-A12D-509F695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86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02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97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48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45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8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56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9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7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240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900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530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499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285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441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9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A1E71-A945-4422-B151-0BB704EB854B}" type="datetimeFigureOut">
              <a:rPr lang="en-GB" smtClean="0"/>
              <a:t>14/05/2025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8BB237-EE50-401C-AE6F-5210E0A3E8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82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93EFB7-7714-5910-B0D0-A37EF8EDB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9025" y="1380068"/>
            <a:ext cx="6603997" cy="2616199"/>
          </a:xfrm>
        </p:spPr>
        <p:txBody>
          <a:bodyPr>
            <a:noAutofit/>
          </a:bodyPr>
          <a:lstStyle/>
          <a:p>
            <a:r>
              <a:rPr lang="en-US" sz="6800" dirty="0"/>
              <a:t>Virtual Vending Machine Webapp</a:t>
            </a:r>
            <a:endParaRPr lang="en-GB" sz="6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F301E-4830-AFF2-291D-6F62F0809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6254" y="3996267"/>
            <a:ext cx="5166768" cy="138853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Project Mini Viva Presentation</a:t>
            </a:r>
          </a:p>
          <a:p>
            <a:pPr>
              <a:lnSpc>
                <a:spcPct val="90000"/>
              </a:lnSpc>
            </a:pPr>
            <a:endParaRPr lang="en-GB" sz="2000" dirty="0"/>
          </a:p>
          <a:p>
            <a:pPr>
              <a:lnSpc>
                <a:spcPct val="90000"/>
              </a:lnSpc>
            </a:pPr>
            <a:r>
              <a:rPr lang="en-GB" sz="2000" dirty="0"/>
              <a:t>By Issa Aboobaker, ia252</a:t>
            </a:r>
            <a:endParaRPr lang="en-US" sz="2000" dirty="0"/>
          </a:p>
        </p:txBody>
      </p:sp>
      <p:pic>
        <p:nvPicPr>
          <p:cNvPr id="5" name="Picture 4" descr="Display with stock market charts">
            <a:extLst>
              <a:ext uri="{FF2B5EF4-FFF2-40B4-BE49-F238E27FC236}">
                <a16:creationId xmlns:a16="http://schemas.microsoft.com/office/drawing/2014/main" id="{51592461-2354-F596-DE3A-DD02D0B4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72" r="-1" b="-1"/>
          <a:stretch>
            <a:fillRect/>
          </a:stretch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2631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2E67-6CC9-A5EF-6B3F-8E54A391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92396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dirty="0"/>
              <a:t>Motivations for The Project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8F00-D8F4-6ABA-4367-AB4532B3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dirty="0"/>
              <a:t>General Aim: Create an exact simulation of a real Vending Machine with additional features and the scope to implement it as a real service.</a:t>
            </a:r>
          </a:p>
          <a:p>
            <a:r>
              <a:rPr lang="en-US" sz="9600" dirty="0"/>
              <a:t>Real World Applications and Uses:</a:t>
            </a:r>
            <a:endParaRPr lang="en-GB" sz="96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9600" dirty="0"/>
              <a:t>Businesses are moving towards digital services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9600" dirty="0"/>
              <a:t>Convenience: Users can browse and purchase items online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9600" dirty="0"/>
              <a:t>Commercialisation: Digital blueprint for vending machines, replace physical machines, hybrid implementation.</a:t>
            </a:r>
          </a:p>
          <a:p>
            <a:r>
              <a:rPr lang="en-GB" sz="9600" dirty="0"/>
              <a:t>Enhanced User Experience: Better UI and Real-Time feedback.</a:t>
            </a:r>
          </a:p>
          <a:p>
            <a:r>
              <a:rPr lang="en-GB" sz="9600" dirty="0"/>
              <a:t>Personal: Technical Skills Development - Building a full web application, handling payments/transactions and Software Design principles.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6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6DE4-6656-405C-13EB-F471FC32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863" y="-404037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dirty="0"/>
              <a:t>Overview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5F0B7-E9BB-5834-BF5A-6205F2F90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050" y="997687"/>
            <a:ext cx="10018713" cy="3124201"/>
          </a:xfrm>
        </p:spPr>
        <p:txBody>
          <a:bodyPr/>
          <a:lstStyle/>
          <a:p>
            <a:r>
              <a:rPr lang="en-US" dirty="0"/>
              <a:t>Virtual Vending Machine Simulation</a:t>
            </a:r>
          </a:p>
          <a:p>
            <a:r>
              <a:rPr lang="en-US" dirty="0"/>
              <a:t>Full stack webapp</a:t>
            </a:r>
          </a:p>
          <a:p>
            <a:r>
              <a:rPr lang="en-US" dirty="0"/>
              <a:t>MVC Design Pattern</a:t>
            </a:r>
          </a:p>
          <a:p>
            <a:r>
              <a:rPr lang="en-US" dirty="0"/>
              <a:t>Backend: Java, SpringBoot, Gradle</a:t>
            </a:r>
          </a:p>
          <a:p>
            <a:r>
              <a:rPr lang="en-US" dirty="0"/>
              <a:t>Frontend: HTML/Thymeleaf, CSS, JavaScript</a:t>
            </a:r>
          </a:p>
          <a:p>
            <a:r>
              <a:rPr lang="en-US" dirty="0"/>
              <a:t>Database: MySQL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8E82E-5F70-CC20-D017-6B6267953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8" t="27373"/>
          <a:stretch/>
        </p:blipFill>
        <p:spPr bwMode="auto">
          <a:xfrm>
            <a:off x="4189228" y="3965944"/>
            <a:ext cx="7971722" cy="25199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8436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5814-4431-FC4A-4049-6296819B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dirty="0"/>
              <a:t>Database ERD</a:t>
            </a:r>
            <a:endParaRPr lang="en-GB" sz="5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5EB5AB-B79C-17EC-9613-78C97F0F6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524"/>
          <a:stretch/>
        </p:blipFill>
        <p:spPr bwMode="auto">
          <a:xfrm>
            <a:off x="1790700" y="1136696"/>
            <a:ext cx="8372635" cy="5420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747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1A1E-1D1E-09AB-8C4E-28833225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353" y="154172"/>
            <a:ext cx="10018713" cy="1185333"/>
          </a:xfrm>
        </p:spPr>
        <p:txBody>
          <a:bodyPr>
            <a:normAutofit/>
          </a:bodyPr>
          <a:lstStyle/>
          <a:p>
            <a:r>
              <a:rPr lang="en-US" sz="5400" dirty="0"/>
              <a:t>Main Vending Machine Features</a:t>
            </a:r>
            <a:endParaRPr lang="en-GB" sz="5400" dirty="0"/>
          </a:p>
        </p:txBody>
      </p:sp>
      <p:pic>
        <p:nvPicPr>
          <p:cNvPr id="6146" name="Picture 2" descr="Premium Vector | Vending Machine vector icon Can be used for Smart City  iconset">
            <a:extLst>
              <a:ext uri="{FF2B5EF4-FFF2-40B4-BE49-F238E27FC236}">
                <a16:creationId xmlns:a16="http://schemas.microsoft.com/office/drawing/2014/main" id="{70C08167-C4E5-52AD-E798-DE978A537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1" r="18118" b="2"/>
          <a:stretch>
            <a:fillRect/>
          </a:stretch>
        </p:blipFill>
        <p:spPr bwMode="auto">
          <a:xfrm>
            <a:off x="1512452" y="1998131"/>
            <a:ext cx="2720881" cy="3791517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6" name="Content Placeholder 2">
            <a:extLst>
              <a:ext uri="{FF2B5EF4-FFF2-40B4-BE49-F238E27FC236}">
                <a16:creationId xmlns:a16="http://schemas.microsoft.com/office/drawing/2014/main" id="{C133AAF3-CB93-BEF9-188D-14B8A9E95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061" y="1998131"/>
            <a:ext cx="7675939" cy="379306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8000" dirty="0"/>
              <a:t>Interactive Vending Machine UI, with a visually engaging theme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Keypad Input System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Dynamic Cart display with control features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Stock Management: real-time stock checks and item availability alerts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Realistic Coin Payment Simulation (with animations and effects)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Item view (with images) 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Receipt Viewing (and downloading)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Item categorization and category filtering 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Smart Recommendations (from a ML based algorithm)</a:t>
            </a:r>
          </a:p>
          <a:p>
            <a:pPr>
              <a:lnSpc>
                <a:spcPct val="90000"/>
              </a:lnSpc>
            </a:pPr>
            <a:r>
              <a:rPr lang="en-US" sz="8000" dirty="0"/>
              <a:t>Instructions: Found throughout the UI and in the User Manual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323981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74F42-145A-AAE8-D050-F1B0F2DD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EA23-FB14-70C1-2DCC-6492F332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820" y="0"/>
            <a:ext cx="5749150" cy="1752599"/>
          </a:xfrm>
        </p:spPr>
        <p:txBody>
          <a:bodyPr>
            <a:normAutofit/>
          </a:bodyPr>
          <a:lstStyle/>
          <a:p>
            <a:r>
              <a:rPr lang="en-US" sz="5400" dirty="0"/>
              <a:t>Additional Features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77CB-7127-D048-B5A7-6CE73C9D9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241849" cy="312420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9600" dirty="0"/>
              <a:t>Enhanced Item Viewing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User accounts (Login and Register pages)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Google OAuth2 Login and Guest Login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Card Payments (Stripe Checkout)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Transaction History viewing (with querying/filtering and sorting features)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Analytics Page (with personalized and interactive visuals)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Auto restocking 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Admin Controls (update stocks, manage auto restock settings)</a:t>
            </a:r>
          </a:p>
          <a:p>
            <a:pPr>
              <a:lnSpc>
                <a:spcPct val="90000"/>
              </a:lnSpc>
            </a:pPr>
            <a:endParaRPr lang="en-GB" sz="1500" dirty="0"/>
          </a:p>
        </p:txBody>
      </p:sp>
      <p:sp>
        <p:nvSpPr>
          <p:cNvPr id="2059" name="Rounded Rectangle 6">
            <a:extLst>
              <a:ext uri="{FF2B5EF4-FFF2-40B4-BE49-F238E27FC236}">
                <a16:creationId xmlns:a16="http://schemas.microsoft.com/office/drawing/2014/main" id="{082DABBB-1098-42B2-AA3B-B88D18B0E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7673" y="648931"/>
            <a:ext cx="431735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Payment Gateways: Stripe">
            <a:extLst>
              <a:ext uri="{FF2B5EF4-FFF2-40B4-BE49-F238E27FC236}">
                <a16:creationId xmlns:a16="http://schemas.microsoft.com/office/drawing/2014/main" id="{F3755AAD-278A-1285-CAA0-3A7F149C4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8605" y="1310441"/>
            <a:ext cx="3506386" cy="1667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oogle Oauth2 API Explained. As we all know Google is a powerful… | by  Pumudu Ruhunage | Medium">
            <a:extLst>
              <a:ext uri="{FF2B5EF4-FFF2-40B4-BE49-F238E27FC236}">
                <a16:creationId xmlns:a16="http://schemas.microsoft.com/office/drawing/2014/main" id="{BD383116-5126-7C5B-E307-D1B5AA2A1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0895" y="3583979"/>
            <a:ext cx="1751808" cy="17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alytics Generic color fill icon | Freepik">
            <a:extLst>
              <a:ext uri="{FF2B5EF4-FFF2-40B4-BE49-F238E27FC236}">
                <a16:creationId xmlns:a16="http://schemas.microsoft.com/office/drawing/2014/main" id="{6E3C6215-70B6-31F5-8E45-1F036FE33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3183" y="3587040"/>
            <a:ext cx="1751808" cy="175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79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97B6-5BA0-EB4B-7F0E-218040BA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185333"/>
          </a:xfrm>
        </p:spPr>
        <p:txBody>
          <a:bodyPr>
            <a:normAutofit/>
          </a:bodyPr>
          <a:lstStyle/>
          <a:p>
            <a:r>
              <a:rPr lang="en-US" sz="5400" dirty="0"/>
              <a:t>Evaluation: Successes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25D3-D864-F828-653B-7BCA6B813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98133"/>
            <a:ext cx="6855356" cy="379306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9600" dirty="0"/>
              <a:t>Successfully completed the system, meeting the aims and objectives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All functional requirements were achieved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Created a visually appealing, responsive and usable UI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Good coding practices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Contains all base vending machine features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Advanced features: analytics and smart recommendations algorithm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Demonstrated strong understanding of full stack webapp development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Documentation: Detailed progress reports in both the Project Log and GitLab commit messages.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  <p:pic>
        <p:nvPicPr>
          <p:cNvPr id="3074" name="Picture 2" descr="A green circle with a white check mark&#10;&#10;AI-generated content may be incorrect.">
            <a:extLst>
              <a:ext uri="{FF2B5EF4-FFF2-40B4-BE49-F238E27FC236}">
                <a16:creationId xmlns:a16="http://schemas.microsoft.com/office/drawing/2014/main" id="{142AABD4-1B9F-56D5-9881-498D584A4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85907" y="2535331"/>
            <a:ext cx="2717116" cy="2717116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94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3DDE-A756-D32D-8212-5BE4DC99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85" y="132907"/>
            <a:ext cx="10018713" cy="1185333"/>
          </a:xfrm>
        </p:spPr>
        <p:txBody>
          <a:bodyPr>
            <a:normAutofit/>
          </a:bodyPr>
          <a:lstStyle/>
          <a:p>
            <a:r>
              <a:rPr lang="en-US" sz="5400" dirty="0"/>
              <a:t>Evaluation: Difficulties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CB62-00F9-2A11-1BED-1B00EAE85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391538"/>
            <a:ext cx="7864820" cy="379306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9600" dirty="0"/>
              <a:t>AJAX Implementation for: fetching backend product data, stock checking and dynamically updating page display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UI Design: Usability, Responsiveness, Styling (trial and error)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Combining and connecting frontend and backend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Transaction Logic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Database Setup and Management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Recommendation Algorithm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Stripe integration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Error handling (errors occur throughout)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Non-functional requirement not fully met: “</a:t>
            </a:r>
            <a:r>
              <a:rPr lang="en-US" sz="9600" b="1" dirty="0"/>
              <a:t>19. Testing and Validation</a:t>
            </a:r>
            <a:r>
              <a:rPr lang="en-US" sz="9600" dirty="0"/>
              <a:t>” (could’ve added more Junit tests)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  <p:pic>
        <p:nvPicPr>
          <p:cNvPr id="5122" name="Picture 2" descr="logotype,icon,illustration ...">
            <a:extLst>
              <a:ext uri="{FF2B5EF4-FFF2-40B4-BE49-F238E27FC236}">
                <a16:creationId xmlns:a16="http://schemas.microsoft.com/office/drawing/2014/main" id="{839704F5-6272-594B-28B1-14B3CEA5C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49131" y="2193116"/>
            <a:ext cx="2717116" cy="2657267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06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93D7-F9F6-5003-6332-CE8B3B104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618" y="220503"/>
            <a:ext cx="10018713" cy="118533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Evaluation: Potential Improvements</a:t>
            </a:r>
            <a:endParaRPr lang="en-GB" sz="5400" dirty="0"/>
          </a:p>
        </p:txBody>
      </p:sp>
      <p:pic>
        <p:nvPicPr>
          <p:cNvPr id="4098" name="Picture 2" descr="27,500+ Improvement Logo Stock Illustrations, Royalty-Free Vector Graphics  &amp; Clip Art - iStock | Home improvement logo, Self improvement logo, Home improvement  logo vector">
            <a:extLst>
              <a:ext uri="{FF2B5EF4-FFF2-40B4-BE49-F238E27FC236}">
                <a16:creationId xmlns:a16="http://schemas.microsoft.com/office/drawing/2014/main" id="{F1DB55F9-1128-CCF7-BB05-F55199DF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4" r="26133" b="-3"/>
          <a:stretch>
            <a:fillRect/>
          </a:stretch>
        </p:blipFill>
        <p:spPr bwMode="auto">
          <a:xfrm>
            <a:off x="1576248" y="1870541"/>
            <a:ext cx="2720881" cy="3791517"/>
          </a:xfrm>
          <a:prstGeom prst="roundRect">
            <a:avLst>
              <a:gd name="adj" fmla="val 4380"/>
            </a:avLst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6398-8492-12F9-F21A-4F70B10E2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4767" y="2253313"/>
            <a:ext cx="6885215" cy="379306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90000"/>
              </a:lnSpc>
            </a:pPr>
            <a:r>
              <a:rPr lang="en-US" sz="9600" dirty="0"/>
              <a:t>More Products to choose from and better categorization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Improved Smart Recommendations Algorithm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Better Analytics: more visuals, customizable graphs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Expand Admin Controls: add/remove Products, applying discounts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Additional animations and visual enhancements (item and change dispensing)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Returns/Refunds </a:t>
            </a:r>
          </a:p>
          <a:p>
            <a:pPr>
              <a:lnSpc>
                <a:spcPct val="90000"/>
              </a:lnSpc>
            </a:pPr>
            <a:r>
              <a:rPr lang="en-US" sz="9600" dirty="0"/>
              <a:t>Tracking Change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615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03AA-955C-6C7A-5701-9B1B2097C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dirty="0"/>
              <a:t>Conclusion/Summary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CE15-6B51-EB0F-5FEB-7D580B497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431" y="2433083"/>
            <a:ext cx="10018713" cy="3124201"/>
          </a:xfrm>
        </p:spPr>
        <p:txBody>
          <a:bodyPr>
            <a:noAutofit/>
          </a:bodyPr>
          <a:lstStyle/>
          <a:p>
            <a:r>
              <a:rPr lang="en-US" sz="2800" dirty="0"/>
              <a:t>Virtual Vending Machine Webapp</a:t>
            </a:r>
          </a:p>
          <a:p>
            <a:r>
              <a:rPr lang="en-US" sz="2800" dirty="0"/>
              <a:t>Simulation of real vending machines</a:t>
            </a:r>
          </a:p>
          <a:p>
            <a:r>
              <a:rPr lang="en-US" sz="2800" dirty="0"/>
              <a:t>Potential commercial applications</a:t>
            </a:r>
          </a:p>
          <a:p>
            <a:r>
              <a:rPr lang="en-US" sz="2800" dirty="0"/>
              <a:t>Contains standard vending machine features and additional features</a:t>
            </a:r>
          </a:p>
          <a:p>
            <a:r>
              <a:rPr lang="en-US" sz="2800" dirty="0"/>
              <a:t>Overall successful</a:t>
            </a:r>
          </a:p>
          <a:p>
            <a:r>
              <a:rPr lang="en-US" sz="2800" dirty="0"/>
              <a:t>Many difficulties but were overcome</a:t>
            </a:r>
          </a:p>
          <a:p>
            <a:r>
              <a:rPr lang="en-US" sz="2800" dirty="0"/>
              <a:t>There are many potential future improvements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47460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186</TotalTime>
  <Words>510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Courier New</vt:lpstr>
      <vt:lpstr>Parallax</vt:lpstr>
      <vt:lpstr>Virtual Vending Machine Webapp</vt:lpstr>
      <vt:lpstr>Motivations for The Project</vt:lpstr>
      <vt:lpstr>Overview</vt:lpstr>
      <vt:lpstr>Database ERD</vt:lpstr>
      <vt:lpstr>Main Vending Machine Features</vt:lpstr>
      <vt:lpstr>Additional Features</vt:lpstr>
      <vt:lpstr>Evaluation: Successes</vt:lpstr>
      <vt:lpstr>Evaluation: Difficulties</vt:lpstr>
      <vt:lpstr>Evaluation: Potential Improvements</vt:lpstr>
      <vt:lpstr>Conclusion/Summary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Aboobaker, Issa</dc:creator>
  <cp:lastModifiedBy>Aboobaker, Issa</cp:lastModifiedBy>
  <cp:revision>3</cp:revision>
  <dcterms:created xsi:type="dcterms:W3CDTF">2025-02-21T00:14:34Z</dcterms:created>
  <dcterms:modified xsi:type="dcterms:W3CDTF">2025-05-14T16:10:29Z</dcterms:modified>
</cp:coreProperties>
</file>